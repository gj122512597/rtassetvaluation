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09728" cy="20116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辅助资产估值与尽调平台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面向资管 · 投决 · 尽调团队的智能估值系统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客户汇报  |  项目介绍  |  2026.07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8013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171907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项目是什么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2176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 · 技术架构 · 能力图谱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10515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2186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218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313639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主业务流和使用方法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3593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 · 端到端流程 · 页面操作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389120"/>
            <a:ext cx="10515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463600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6360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11680" y="45537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算法建模与数据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11680" y="50109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数据底座 · AI 特征 · Hedonic 模型与 SHAP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项目是什么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· 技术架构 · 能力图谱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产品定位与核心价值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15600" cy="10058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83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面向资管 / 投决 / 尽调团队的 AI 辅助资产估值与尽调平台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33375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4480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资产定价结果置顶展示，下方为特征支撑证据链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31089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33375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证据可追溯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4480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每个定价结论可下钻到原始字段与数据来源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31089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33375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83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非黑盒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83880" y="4480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Hedonic 回归方法学明示 + SHAP 贡献分解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解决什么业务痛点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3383280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估值靠人工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传统评估周期长、口径不一、过程不可追溯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554480"/>
            <a:ext cx="3383280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数据孤岛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 / 成交 / POI 散落爬虫与内部 ERP，无结构化沉淀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155448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554480"/>
            <a:ext cx="3383280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18388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非标无框架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83880" y="32004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极端非标资产缺乏参考区间，易拍脑袋决策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164592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373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交互展示层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TypeScript + 高德 AMap JS API + Antd + Recharts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10515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71800"/>
            <a:ext cx="164592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1546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数据后端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0" y="31546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+ Express（端口 3001）—— 爬取的竞品 / 成交 / POI 全量入库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10515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389120"/>
            <a:ext cx="164592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5720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算法模型层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06240" y="4572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Hedonic 对数线性回归（内置训练系数）+ SHAP 解释器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核心能力图谱（8 大模块）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737360"/>
            <a:ext cx="86868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373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资产地图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空间分布 + 图层筛选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50876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737360"/>
            <a:ext cx="86868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7373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智能定价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 + 方法论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737360"/>
            <a:ext cx="86868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7373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双向联动 + 雷达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150876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1737360"/>
            <a:ext cx="86868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17373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建模特征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组 81 字段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74904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" y="3977640"/>
            <a:ext cx="86868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39776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非标破冰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983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参考区间 + 案例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0440" y="374904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3977640"/>
            <a:ext cx="86868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39776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4904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新资产估价录入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49040" y="4983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周边检索 + 测算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74904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3977640"/>
            <a:ext cx="86868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39776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4652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尽职调查中心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46520" y="4983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+ 下钻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15400" y="3749040"/>
            <a:ext cx="2514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0" y="3977640"/>
            <a:ext cx="868680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0" y="39776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44000" y="4526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建模介绍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44000" y="49834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原理说明页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主业务流和使用方法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 · 端到端流程 · 页面操作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三类典型用户与入口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投决 / 资管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资产地图找标的 → 进详情看定价与支撑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资产地图 / 资产详情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2461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3154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154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录入新资产特征 → 一键出建议日租金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0" y="3154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新资产估价录入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38912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46634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011680" y="4572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/ 尽调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4572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尽调中心建单 → 资产接收下钻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0" y="4572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尽职调查中心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端到端主业务流程</a:t>
            </a:r>
            <a:endParaRPr lang="en-US" sz="2600" dirty="0"/>
          </a:p>
        </p:txBody>
      </p:sp>
      <p:pic>
        <p:nvPicPr>
          <p:cNvPr id="5" name="Image 0" descr="/Users/johnson/CodeBuddy/RTAssetValuation/ppt/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188720"/>
            <a:ext cx="877824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0784" y="66568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资产地图：225 资产 / 325 竞品 / 876 历史成交 / 26 POI 空间分布与图层筛选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资产详情：结论先行</a:t>
            </a:r>
            <a:endParaRPr lang="en-US" sz="2600" dirty="0"/>
          </a:p>
        </p:txBody>
      </p:sp>
      <p:pic>
        <p:nvPicPr>
          <p:cNvPr id="5" name="Image 0" descr="/Users/johnson/CodeBuddy/RTAssetValuation/ppt/shots/02_detail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188720"/>
            <a:ext cx="877824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0784" y="66568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 + 资产画像 → 左[地图 + 竞品对标] / 右[结论(定价) + 支撑特征]，整页单一滚动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竞品对标：与地图双向联动</a:t>
            </a:r>
            <a:endParaRPr lang="en-US" sz="2600" dirty="0"/>
          </a:p>
        </p:txBody>
      </p:sp>
      <p:pic>
        <p:nvPicPr>
          <p:cNvPr id="5" name="Image 0" descr="/Users/johnson/CodeBuddy/RTAssetValuation/ppt/shots/03_detail_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188720"/>
            <a:ext cx="877824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0784" y="66568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/ hover 竞品行 ↔ 地图飞行高亮，空间就近陈列，联动可见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 ASSET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新资产估价录入</a:t>
            </a:r>
            <a:endParaRPr lang="en-US" sz="2600" dirty="0"/>
          </a:p>
        </p:txBody>
      </p:sp>
      <p:pic>
        <p:nvPicPr>
          <p:cNvPr id="5" name="Image 0" descr="/Users/johnson/CodeBuddy/RTAssetValuation/ppt/shots/05_new_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188720"/>
            <a:ext cx="877824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0784" y="66568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录入特征 → 周边竞品检索 → 建议日租金(中心 + 区间) + SHAP 贡献 + 置信度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尽职调查中心</a:t>
            </a:r>
            <a:endParaRPr lang="en-US" sz="2600" dirty="0"/>
          </a:p>
        </p:txBody>
      </p:sp>
      <p:pic>
        <p:nvPicPr>
          <p:cNvPr id="5" name="Image 0" descr="/Users/johnson/CodeBuddy/RTAssetValuation/ppt/shots/06_due_dili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188720"/>
            <a:ext cx="877824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0784" y="66568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尽调任务管理 + 新建尽调单 + 资产接收 intake 下钻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算法建模与数据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数据底座 · AI 特征 · Hedonic 模型与 SHAP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数据底座：结构化全量沉淀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 25 + 生成 200，含 12 组 AI 特征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73736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01168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52044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3703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 / 58 / 房天下 等爬虫来源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1168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876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历史成交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703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2019 – 2026，每资产 2–7 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173736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15400" y="201168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91540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98280" y="37033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地铁站 / 商圈 / 热力点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 AI 特征标注数据来源 + Hedonic 输入标记（合规审计可追溯）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建模特征：12 组 81 字段</a:t>
            </a:r>
            <a:endParaRPr lang="en-US" sz="2600" dirty="0"/>
          </a:p>
        </p:txBody>
      </p:sp>
      <p:pic>
        <p:nvPicPr>
          <p:cNvPr id="5" name="Image 0" descr="/Users/johnson/CodeBuddy/RTAssetValuation/ppt/shots/04_detail_aife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188720"/>
            <a:ext cx="877824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0784" y="66568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标品 / 非标差异化布局，来源标注 + Hedonic 蓝标，可被 SHAP / LIME 解释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&amp; SHAP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定价模型与可解释性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Hedonic 对数线性回归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212080" cy="12801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202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ln(日租金) = β0 + Σ βi · xi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市场比较法 + 历史数据法双轨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系数可经后端 PUT 覆盖为真实训练结果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回归优于纯深度学习：可解释、可审计、小样本稳健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 边际贡献分解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493776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1488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每个定价结论都能解释：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哪些特征拉高 / 拉低了价格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例：区位  +0.8 元 ｜ 物理状态  −0.3 元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例：流拍记录  −0.5 元 ｜ 装修  +0.2 元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业务方看得懂，监管问得清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MODELING INTRO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建模介绍页</a:t>
            </a:r>
            <a:endParaRPr lang="en-US" sz="2600" dirty="0"/>
          </a:p>
        </p:txBody>
      </p:sp>
      <p:pic>
        <p:nvPicPr>
          <p:cNvPr id="5" name="Image 0" descr="/Users/johnson/CodeBuddy/RTAssetValuation/ppt/shots/07_mode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188720"/>
            <a:ext cx="8778240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0784" y="665683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Hedonic 特征价格法原理、特征维度与贡献分解的可读说明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当前进展与后续路线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当前落地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M1–M4 全交付；新增估价录入 / 尽调中心 / 建模介绍 3 页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数据集统一为 225 / 325 / 876 / 26，已全量迁移入库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信创部署镜像就绪（麒麟 OS）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后续路线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/ LightGBM 作为可选升级（更大样本时）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BFF 联调与爬虫调度 Airflow
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邀请客户试点资产 / 城市，做定制化验证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10515600" cy="12801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572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结论：以「结论先行 + 证据可追溯 + 非黑盒」为核心，把资产估值从经验驱动升级为数据驱动的决策基础设施。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2026-07-28T01:21:22Z</dcterms:created>
  <dcterms:modified xsi:type="dcterms:W3CDTF">2026-07-28T01:21:22Z</dcterms:modified>
</cp:coreProperties>
</file>